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Merhaba, ben Muammer Eren. Yaz okulu projem olarak TED Üniversitesi'nin yönetmeliklerine soru sorabilen, tamamen bilgisayarımda çalışan bir asistan yaptım.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Problemi anlatırken kendi deneyimimden örnek verebilirim.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Ekran görüntüsü Streamlit arayüzünden. Demo sırasında canlı da gösterilecek.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Akışı iki satırda anlat: önce indeksleme, sonra soru geldiğinde ne oluyor. Eşik kısmının altını çiz.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Burada tarayıcıya geçip 3-4 soru sor. İnterneti kapatarak da gösterilebilir.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Tabloyu özetle: küçük modellerde Türkçe kalitesi çok değişken, kendi sorularınla test etmek şart.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Yanlış örnekleri de göstermek önemli; sistemin sınırlarını biliyorum mesajı.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teşekkür, soru varsa cevapla.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TEDÜ Yönetmelik Asistanı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E"/>
                </a:solidFill>
                <a:latin typeface="Calibri"/>
              </a:rPr>
              <a:t>Foundry Local ile tamamen yerel çalışan bir RAG uygulaması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E"/>
                </a:solidFill>
                <a:latin typeface="Calibri"/>
              </a:rPr>
              <a:t>Muammer Eren · TED Üniversitesi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E"/>
                </a:solidFill>
                <a:latin typeface="Calibri"/>
              </a:rPr>
              <a:t>Microsoft Türkiye Yaz Okulu 2026 · Building Your First Local RAG Application with Foundry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Öğrenci işlerine sorulan soruların cevabı zaten yönetmelikte yazıyor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 "Staj kaç iş günü?", "Yaz okulunda kaç ders alabilirim?", "Kaç dönem izin alabilirim?" her dönem tekrar soruluyor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 Lisans yönetmeliği 15 sayfa; üstüne staj, burs, yatay geçiş, yandal, yaz okulu, dil okulu yönergeleri var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 Kimse baştan sona okumuyor, herkes birbirine soruyor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A44"/>
                </a:solidFill>
                <a:latin typeface="Calibri"/>
              </a:rPr>
              <a:t>•  Aynı ihtiyaç şirketlerde de var: kendi dokümanına soru-cevap, veri dışarı çıkmadan, bulut maliyeti olmadan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011680"/>
            <a:ext cx="4023360" cy="310896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A44"/>
                </a:solidFill>
                <a:latin typeface="Calibri"/>
              </a:rPr>
              <a:t>Hedef</a:t>
            </a:r>
          </a:p>
          <a:p>
            <a:pPr algn="ctr"/>
          </a:p>
          <a:p>
            <a:pPr algn="ctr"/>
            <a:r>
              <a:rPr sz="1600">
                <a:solidFill>
                  <a:srgbClr val="1F2A44"/>
                </a:solidFill>
                <a:latin typeface="Calibri"/>
              </a:rPr>
              <a:t>Soruyu Türkçe sor, cevabı ve dayandığı maddeyi al.</a:t>
            </a:r>
          </a:p>
          <a:p>
            <a:pPr algn="ctr"/>
          </a:p>
          <a:p>
            <a:pPr algn="ctr"/>
            <a:r>
              <a:rPr sz="1600">
                <a:solidFill>
                  <a:srgbClr val="1F2A44"/>
                </a:solidFill>
                <a:latin typeface="Calibri"/>
              </a:rPr>
              <a:t>Belgede yoksa "bilmiyorum" desin.</a:t>
            </a:r>
          </a:p>
          <a:p>
            <a:pPr algn="ctr"/>
          </a:p>
          <a:p>
            <a:pPr algn="ctr"/>
            <a:r>
              <a:rPr sz="1600">
                <a:solidFill>
                  <a:srgbClr val="1F2A44"/>
                </a:solidFill>
                <a:latin typeface="Calibri"/>
              </a:rPr>
              <a:t>İnternet gerekmesin.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Ne yaptım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7 belge, 164 madde parçası, iki yerel model, iki arayüz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Bilgi tabanı: TEDÜ'nün herkese açık 7 yönetmelik/yönergesi (PDF → metin)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Foundry Local: modeller bilgisayarda, GPU'da, OpenAI uyumlu yerel API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Embedding: qwen3-embedding-0.6b (1024 boyut) · Chat: qwen3-4b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Depo: SQLite (parçalar + vektörler), arama numpy ile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Arayüz: komut satırı ve Streamlit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Test: 19 soruluk set, sonuçlar otomatik raporlanıyor</a:t>
            </a:r>
          </a:p>
        </p:txBody>
      </p:sp>
      <p:pic>
        <p:nvPicPr>
          <p:cNvPr id="6" name="Picture 5" descr="cev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120640" cy="3731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Nasıl çalışıyor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İndeksleme bir kere, soru-cevap her seferinde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579A"/>
                </a:solidFill>
                <a:latin typeface="Calibri"/>
              </a:rPr>
              <a:t>İndeksleme (python indeksle.py)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46304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7 belge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(txt)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84832" y="2468880"/>
            <a:ext cx="36576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2148840"/>
            <a:ext cx="173736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madde madde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parçalama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25112" y="2468880"/>
            <a:ext cx="36576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79" y="2148840"/>
            <a:ext cx="219456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embedding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qwen3-embedding-0.6b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22592" y="2468880"/>
            <a:ext cx="36576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2148840"/>
            <a:ext cx="201168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SQLite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164 parça + vektör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579A"/>
                </a:solidFill>
                <a:latin typeface="Calibri"/>
              </a:rPr>
              <a:t>Soru-cevap (sor.py / arayuz.py)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00584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soru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00200" y="4297679"/>
            <a:ext cx="27432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0240" y="3977639"/>
            <a:ext cx="128016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embedding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46120" y="4297679"/>
            <a:ext cx="27432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3977639"/>
            <a:ext cx="182880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cosine benzerlik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en yakın 4 parça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297679"/>
            <a:ext cx="27432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3977639"/>
            <a:ext cx="1737360" cy="914400"/>
          </a:xfrm>
          <a:prstGeom prst="roundRect">
            <a:avLst/>
          </a:prstGeom>
          <a:solidFill>
            <a:srgbClr val="FBE9E2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eşik 0,40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altında: "bulamadım"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43800" y="4297679"/>
            <a:ext cx="27432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3977639"/>
            <a:ext cx="164592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qwen3-4b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(Foundry Local)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55480" y="4297679"/>
            <a:ext cx="27432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3977639"/>
            <a:ext cx="1463040" cy="9144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cevap +</a:t>
            </a:r>
          </a:p>
          <a:p>
            <a:pPr algn="ctr"/>
            <a:r>
              <a:rPr sz="1400">
                <a:solidFill>
                  <a:srgbClr val="1F2A44"/>
                </a:solidFill>
                <a:latin typeface="Calibri"/>
              </a:rPr>
              <a:t>kaynak satırı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Her parçanın başında belge adı ve madde numarası var; vektörler normalize olduğu için benzerlik tek matris çarpımı.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Uygulama Foundry Local servisine (foundry server) openai paketiyle bağlanıyor; modeller Mac'te Metal, Windows'ta CUDA/NPU üzerinde.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Canlı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streamlit run arayuz.py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Zorunlu staj en az kaç iş günü sürer?  →  40 iş günü, Staj Yönergesi Madde 5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Yaz okulunda en fazla kaç ders alabilirim?  →  iki, mezuniyet durumunda üç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Yandal programından hangi durumda çıkarılırım?  →  GNO 2,00 altı, iki yarıyıl ders almama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Kampüste yemekhane fiyatları ne kadar?  →  "belgelerde bilgi bulamadım" (modele hiç gitmiyor)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"Modele verilen parçalar" bölümünde retrieval sonuçları ve benzerlik skorları</a:t>
            </a:r>
          </a:p>
        </p:txBody>
      </p:sp>
      <p:pic>
        <p:nvPicPr>
          <p:cNvPr id="6" name="Picture 5" descr="parca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394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Kararlar ve deneyler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Neyi neden böyle yaptım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Madde bazlı parçalama: yönetmelikte doğal birim madde; çok uzun maddeler fıkra/cümleden bölünüyor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Eşik 0,40: belgede olan sorularda en iyi benzerlik 0,43-0,67, alakasız sorularda 0,23-0,33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Kaynak satırını model değil uygulama yazıyor: model örneği kopyalıyor ya da parçaları geri yazıyordu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Eş anlamlı sözlüğü: "kayıt dondurma" → yönetmelikte "izin"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SDK 2.0.1 Mac'te WebGPU desteklemiyor → servisin HTTP API'si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82880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Boyut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Süre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Türkçe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phi-4-mini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3,7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~5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zayıf: döngü, boş red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qwen3-1.7b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1,4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~4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zayıf: bağlamı kopyalıyor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qwen3-4b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2,9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~6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iyi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41148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F6D"/>
                </a:solidFill>
                <a:latin typeface="Calibri"/>
              </a:rPr>
              <a:t>Qwen3'ün düşünme modu cevabı 15 saniyeye çıkarıyordu; /no_think ile 6 saniye. Aynı 7 soru, aynı parçalar, M3 Pro.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Test sonuçları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19 soru · degerlendir.py · docs/test_sonuclari.md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1371600"/>
          </a:xfrm>
          <a:prstGeom prst="roundRect">
            <a:avLst/>
          </a:prstGeom>
          <a:solidFill>
            <a:srgbClr val="E4F3E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6/6</a:t>
            </a:r>
          </a:p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belgede olmayan ve çok genel sorular reddedildi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65176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4,3 sn</a:t>
            </a:r>
          </a:p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ortalama cevap süresi</a:t>
            </a:r>
          </a:p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(3-12 sn, M3 Pro 18 GB)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65176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164 parça</a:t>
            </a:r>
          </a:p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7 belge, 20 sn indeksleme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828800"/>
            <a:ext cx="2286000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12 test</a:t>
            </a:r>
          </a:p>
          <a:p>
            <a:pPr algn="ctr"/>
            <a:r>
              <a:rPr sz="1500">
                <a:solidFill>
                  <a:srgbClr val="1F2A44"/>
                </a:solidFill>
                <a:latin typeface="Calibri"/>
              </a:rPr>
              <a:t>pytest, model gerektirmiyor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Doğru: staj 40 iş günü · yaz okulu en fazla iki ders (mezuniyette üç) · en fazla dört yarıyıl izin · yandaldan çıkarılma koşulları · itiraz süresi bir hafta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Yanlış / zayıf: "Yatay geçiş başvurusu ne zaman?" → doğru madde üçüncü sırada kaldı, cevap genel oldu; ÇAP soruları yanlış belgeye gidebiliyor (ÇAP yönergesi sitede yok)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Model, konuyla ilgili ama cevabı olmayan parça görünce bazen yine de cevap üretiyor; eşik bunu azaltıyor, sıfırlamıyor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2A44"/>
                </a:solidFill>
                <a:latin typeface="Calibri"/>
              </a:rPr>
              <a:t>Öğrendiklerim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F6D"/>
                </a:solidFill>
                <a:latin typeface="Calibri"/>
              </a:rPr>
              <a:t>ve sırada ne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Foundry Local SDK Nisan 2026'da tamamen değişmiş; eski örnekler çalışmıyor, dokümanı okumak şart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RAG'de asıl farkı parçalama ve eşik yaratıyor, model en son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Küçük modeller prompt'taki biçim örneklerini kopyalıyor; yapabildiğim her şeyi kodda yaptım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Türkçe için modeli benchmark'a değil kendi sorularıma göre seçtim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Sırada: anahtar kelime + embedding karma arama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Çift anadal yönergesi ve akademik takvim eklenecek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Belgeler değişince otomatik yeniden indeksleme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44"/>
                </a:solidFill>
                <a:latin typeface="Calibri"/>
              </a:rPr>
              <a:t>•  github.com/erenmuammer/tedu-yonetmelik-asistani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579A"/>
                </a:solidFill>
                <a:latin typeface="Calibri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